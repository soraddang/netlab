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4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C4849C-51F9-4061-A675-D8ECC6F3B828}" type="datetimeFigureOut">
              <a:rPr lang="ko-KR" altLang="en-US" smtClean="0"/>
              <a:t>2023-10-05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C6FFC6-880C-466E-94B2-547C0A4572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8028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862232" y="5057565"/>
            <a:ext cx="5588263" cy="455753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 Client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가 서버에게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패킷을 보내고 자신은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FIN_WAIT_1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상태로 전환</a:t>
            </a: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ko-KR" altLang="en-US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패킷을 받은 서버는 해당 포트를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CLOSE_WAIT</a:t>
            </a:r>
            <a:r>
              <a:rPr lang="ko-KR" altLang="en-US" sz="900" b="0" baseline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상태로 전환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❸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서버는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ACK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Client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에게 전하고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ACK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받은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Client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 상태를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FIN_WAIT_2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상태 변환</a:t>
            </a: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❹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Server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 해당 포트에 연결되어 있는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Application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에게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Close()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요청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/>
            </a:r>
            <a:br>
              <a:rPr lang="ko-KR" altLang="en-US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</a:b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❺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Close()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요청을 받은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Application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은 종료 프로세스를 진행</a:t>
            </a: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❻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Application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close( )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되면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server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패킷을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Client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에게 전송 후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LAST_ACK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상태로 전환</a:t>
            </a: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❼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FIN_WAIT_2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에서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Server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에게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을 받으면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ACK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Server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 전송하고 클라이언트는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TIME_WAIT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상태로 전환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 TIME_WAIT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에서 일정 시간이 지나면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CLOSED 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됨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endParaRPr lang="ko-KR" altLang="en-US" sz="900" b="0" dirty="0"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9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❽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ACK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받은 서버는 자신의 포트도 </a:t>
            </a:r>
            <a:r>
              <a:rPr lang="en-US" altLang="ko-KR" sz="9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CLOSED</a:t>
            </a:r>
            <a:r>
              <a:rPr lang="ko-KR" altLang="en-US" sz="900" b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닫음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AB241-1457-4EF4-B2AC-23106A1D9A59}" type="slidenum">
              <a:rPr lang="ko-KR" altLang="en-US" smtClean="0"/>
              <a:pPr/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76156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3816-E844-486A-8122-50EC7A84518D}" type="datetimeFigureOut">
              <a:rPr lang="ko-KR" altLang="en-US" smtClean="0"/>
              <a:t>2023-10-05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E436A-FA9B-4E68-908C-7E9DD7C999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9539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3816-E844-486A-8122-50EC7A84518D}" type="datetimeFigureOut">
              <a:rPr lang="ko-KR" altLang="en-US" smtClean="0"/>
              <a:t>2023-10-05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E436A-FA9B-4E68-908C-7E9DD7C999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6564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3816-E844-486A-8122-50EC7A84518D}" type="datetimeFigureOut">
              <a:rPr lang="ko-KR" altLang="en-US" smtClean="0"/>
              <a:t>2023-10-05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E436A-FA9B-4E68-908C-7E9DD7C999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728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3816-E844-486A-8122-50EC7A84518D}" type="datetimeFigureOut">
              <a:rPr lang="ko-KR" altLang="en-US" smtClean="0"/>
              <a:t>2023-10-05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E436A-FA9B-4E68-908C-7E9DD7C999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946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3816-E844-486A-8122-50EC7A84518D}" type="datetimeFigureOut">
              <a:rPr lang="ko-KR" altLang="en-US" smtClean="0"/>
              <a:t>2023-10-05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E436A-FA9B-4E68-908C-7E9DD7C999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7443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3816-E844-486A-8122-50EC7A84518D}" type="datetimeFigureOut">
              <a:rPr lang="ko-KR" altLang="en-US" smtClean="0"/>
              <a:t>2023-10-05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E436A-FA9B-4E68-908C-7E9DD7C999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5712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3816-E844-486A-8122-50EC7A84518D}" type="datetimeFigureOut">
              <a:rPr lang="ko-KR" altLang="en-US" smtClean="0"/>
              <a:t>2023-10-05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E436A-FA9B-4E68-908C-7E9DD7C999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7722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3816-E844-486A-8122-50EC7A84518D}" type="datetimeFigureOut">
              <a:rPr lang="ko-KR" altLang="en-US" smtClean="0"/>
              <a:t>2023-10-05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E436A-FA9B-4E68-908C-7E9DD7C999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0322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3816-E844-486A-8122-50EC7A84518D}" type="datetimeFigureOut">
              <a:rPr lang="ko-KR" altLang="en-US" smtClean="0"/>
              <a:t>2023-10-05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E436A-FA9B-4E68-908C-7E9DD7C999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148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3816-E844-486A-8122-50EC7A84518D}" type="datetimeFigureOut">
              <a:rPr lang="ko-KR" altLang="en-US" smtClean="0"/>
              <a:t>2023-10-05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E436A-FA9B-4E68-908C-7E9DD7C999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6563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3816-E844-486A-8122-50EC7A84518D}" type="datetimeFigureOut">
              <a:rPr lang="ko-KR" altLang="en-US" smtClean="0"/>
              <a:t>2023-10-05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E436A-FA9B-4E68-908C-7E9DD7C999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6219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E3816-E844-486A-8122-50EC7A84518D}" type="datetimeFigureOut">
              <a:rPr lang="ko-KR" altLang="en-US" smtClean="0"/>
              <a:t>2023-10-05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2E436A-FA9B-4E68-908C-7E9DD7C999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7227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 flipH="1">
            <a:off x="2655646" y="606059"/>
            <a:ext cx="23497" cy="575888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/>
          <p:cNvCxnSpPr/>
          <p:nvPr/>
        </p:nvCxnSpPr>
        <p:spPr>
          <a:xfrm flipH="1">
            <a:off x="5285378" y="606058"/>
            <a:ext cx="15532" cy="57528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342862" y="239621"/>
            <a:ext cx="696024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</a:t>
            </a:r>
            <a:endParaRPr lang="ko-KR" altLang="en-US" sz="147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52902" y="223145"/>
            <a:ext cx="724878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</a:t>
            </a:r>
            <a:endParaRPr lang="ko-KR" altLang="en-US" sz="147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직선 화살표 연결선 6"/>
          <p:cNvCxnSpPr/>
          <p:nvPr/>
        </p:nvCxnSpPr>
        <p:spPr>
          <a:xfrm>
            <a:off x="2690784" y="982255"/>
            <a:ext cx="2610126" cy="574703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 rot="712479">
            <a:off x="3805656" y="1036546"/>
            <a:ext cx="489236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</a:t>
            </a:r>
            <a:endParaRPr lang="ko-KR" altLang="en-US" sz="147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직선 화살표 연결선 10"/>
          <p:cNvCxnSpPr/>
          <p:nvPr/>
        </p:nvCxnSpPr>
        <p:spPr>
          <a:xfrm flipH="1">
            <a:off x="2692655" y="1959384"/>
            <a:ext cx="2561262" cy="737496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20846372">
            <a:off x="3646604" y="2018808"/>
            <a:ext cx="583814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</a:t>
            </a:r>
            <a:endParaRPr lang="ko-KR" altLang="en-US" sz="147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직선 화살표 연결선 12"/>
          <p:cNvCxnSpPr/>
          <p:nvPr/>
        </p:nvCxnSpPr>
        <p:spPr>
          <a:xfrm flipH="1">
            <a:off x="2679142" y="2839832"/>
            <a:ext cx="2561262" cy="737496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 rot="20554174">
            <a:off x="3693892" y="2906381"/>
            <a:ext cx="489236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</a:t>
            </a:r>
            <a:endParaRPr lang="ko-KR" altLang="en-US" sz="147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직선 화살표 연결선 18"/>
          <p:cNvCxnSpPr/>
          <p:nvPr/>
        </p:nvCxnSpPr>
        <p:spPr>
          <a:xfrm>
            <a:off x="2692656" y="3649952"/>
            <a:ext cx="1576275" cy="507558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 rot="712479">
            <a:off x="3188886" y="3882787"/>
            <a:ext cx="583814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</a:t>
            </a:r>
            <a:endParaRPr lang="ko-KR" altLang="en-US" sz="147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792232" y="3431743"/>
            <a:ext cx="829073" cy="2911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9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CLOSED</a:t>
            </a:r>
            <a:endParaRPr lang="ko-KR" altLang="en-US" sz="129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폭발 1 30"/>
          <p:cNvSpPr/>
          <p:nvPr/>
        </p:nvSpPr>
        <p:spPr>
          <a:xfrm>
            <a:off x="4194227" y="3955410"/>
            <a:ext cx="806683" cy="673552"/>
          </a:xfrm>
          <a:prstGeom prst="irregularSeal1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2" name="직선 화살표 연결선 31"/>
          <p:cNvCxnSpPr/>
          <p:nvPr/>
        </p:nvCxnSpPr>
        <p:spPr>
          <a:xfrm flipH="1">
            <a:off x="2655646" y="4599365"/>
            <a:ext cx="2658779" cy="737496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 flipH="1">
            <a:off x="2685627" y="5319201"/>
            <a:ext cx="2561262" cy="737496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 rot="20554174">
            <a:off x="2961360" y="4895534"/>
            <a:ext cx="489236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</a:t>
            </a:r>
            <a:endParaRPr lang="ko-KR" altLang="en-US" sz="147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 rot="20554174">
            <a:off x="3098700" y="5577277"/>
            <a:ext cx="489236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</a:t>
            </a:r>
            <a:endParaRPr lang="ko-KR" altLang="en-US" sz="147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5585378" y="4292186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95000"/>
                    <a:lumOff val="5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* Server</a:t>
            </a:r>
            <a:r>
              <a:rPr lang="ko-KR" altLang="en-US" b="1">
                <a:solidFill>
                  <a:schemeClr val="tx1">
                    <a:lumMod val="95000"/>
                    <a:lumOff val="5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에서는 소켓을 종료하지 못하게 됨</a:t>
            </a:r>
            <a:endParaRPr lang="en-US" altLang="ko-KR" b="1" dirty="0">
              <a:solidFill>
                <a:schemeClr val="tx1">
                  <a:lumMod val="95000"/>
                  <a:lumOff val="5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09E9-2AE8-42A0-AB53-D13299BB30A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9448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</Words>
  <Application>Microsoft Office PowerPoint</Application>
  <PresentationFormat>와이드스크린</PresentationFormat>
  <Paragraphs>28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함초롬바탕</vt:lpstr>
      <vt:lpstr>Arial</vt:lpstr>
      <vt:lpstr>Times New Roman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계정</dc:creator>
  <cp:lastModifiedBy>Microsoft 계정</cp:lastModifiedBy>
  <cp:revision>1</cp:revision>
  <dcterms:created xsi:type="dcterms:W3CDTF">2023-10-05T07:00:15Z</dcterms:created>
  <dcterms:modified xsi:type="dcterms:W3CDTF">2023-10-05T07:00:37Z</dcterms:modified>
</cp:coreProperties>
</file>