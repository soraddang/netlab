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7D67D61-CEAD-FCBB-C79C-74BE442C9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5DFE6865-BB64-D42D-6C17-17DF5EEDB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E4F976C-D40B-BFDA-ED50-BCD4DE0B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3DE4EEE-0937-3C0E-D6F2-7B678961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42243FB-79A5-6B4F-BB4F-EC5C9162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2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0EAFB87-146E-26A6-E7E1-96331075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80B7EC6-AD96-0FB1-BD47-DE961D3AE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D512DF8-3EBF-B998-9D95-A5F29F17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C7DD33D-F4F1-767B-7899-86DF417D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C9AE7CB5-E410-B94B-289B-5A2DAD16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62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D946D7-BF29-9DCC-B6CA-F05FD2EB7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BFABE-4D58-C849-7ECD-2E8F2D91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99718EA4-8E81-2C43-39BA-A74717C8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13D1B2A-EF2F-E5B3-39E4-F6A3043D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74FE085A-6985-392B-97BE-D39C1216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2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23F3975-936F-5886-C50A-9CF6A639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956CCD1-CC76-DDA4-B08F-35A777505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C0B0A41A-0B3C-B465-F1D3-640957E19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2B69175-562C-0D8F-3C3E-8B6FA7276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316FD6A9-E7B6-49EB-9B86-80114578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A62F6B99-2F07-B443-0CB2-8A4BBA88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257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039680E-1D91-7739-E43A-C9D20691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FBB9361-54A2-8A26-70C3-AE58073C3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99FCC4A0-89F2-C26F-5E25-C062CB24E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D67EA513-CC0B-D38F-90A6-0C3F90CF0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8DE10922-D3EC-E929-ABDA-491B7E4CD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D59E9299-0497-F723-CC6A-56173C07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167B77F5-3AA7-2941-9ED8-4ED6669A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0FD571C-232E-CDE6-493F-EBF47E7B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4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71C1392-971C-50B9-89DE-D1FCCF6E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9BEAB83E-1F22-4364-4636-151A48AC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D7D53A86-7DB8-F1C4-E08E-6E55308B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8145528B-DE62-3E7A-6225-17317DFD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97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0DD0352F-1EAB-219A-CF92-093CB7F4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58632C18-AA58-8F8E-0D2E-F31EBA09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442655B5-48C0-B957-2619-130CAD1C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34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797F1E8-B99A-5219-D084-8C1403A5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0700257-DDCD-51B1-955F-17F437C0F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3712AC3-BE78-A513-CE2E-F74B10EB8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657552F-4C6F-6BA0-BAB6-1D95990D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1B0EE50D-D7EA-683F-A9F3-122ACCDF4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B39D755-16C6-8012-7BA3-B730E95C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9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96E4771-DD49-D07F-84D8-DD5A14B0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4B95593-D18B-DCC4-FD26-0F29FCD7B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EDB2295F-A33F-1C7B-91DA-C9F9CB1ED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F7D5034D-A3FB-C7D2-224C-FF3C02814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122150DC-A52B-0ED1-199F-4D964DB9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26665100-D5D5-4809-D66F-1E04C5E3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35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9E3E04-F2FF-4996-7932-3F35C0DE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81966CA-A4F8-F229-FD0C-555756CCE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D8336BD-20B2-5557-627F-22FF4A5C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D0D15A98-26B9-8E02-F043-7DF3A412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35016D8-6AAC-E328-8BFB-146A8DE5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593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00550447-426C-4111-974F-FE117FFB3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7EB52E74-B2D0-F269-BEDF-C31EC654A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6E375D9-D396-7BBB-A88F-811974A3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953A304-EA39-3F7C-BC42-2282013E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F4CE294-5634-11F8-6F7C-C75ED554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74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61CA8CC9-ACB6-3C39-16C4-15E38F519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10104B2-C0A4-8540-0C78-29F6828E2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0F0CA2C-E0C5-8A31-5ECD-716446778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34803-7EA9-4B41-BA63-43F4F00E482F}" type="datetimeFigureOut">
              <a:rPr lang="ko-KR" altLang="en-US" smtClean="0"/>
              <a:t>2023-03-09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026DF93-90E8-ABE7-A2D7-9089B8222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67DD801-CF0D-B4FA-7DE1-35C7EA95E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1D294-3B5B-43DE-9230-FDF191C993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youtube-youtube-play-button-336363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ko/%EC%BB%B4%ED%93%A8%ED%84%B0-%ED%99%94%EB%A9%B4-%EC%BB%B4%ED%93%A8%ED%84%B0-%ED%99%94%EB%A9%B4-%EA%B8%B0%EC%88%A0-%EC%9B%B9-%EC%9A%B8%ED%8A%B8%EB%9D%BC%EB%B6%81-%EC%9D%B8%ED%8F%AC-2468061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C%BB%B4%ED%93%A8%ED%84%B0-%ED%99%94%EB%A9%B4-%EC%BB%B4%ED%93%A8%ED%84%B0-%ED%99%94%EB%A9%B4-%EA%B8%B0%EC%88%A0-%EC%9B%B9-%EC%9A%B8%ED%8A%B8%EB%9D%BC%EB%B6%81-%EC%9D%B8%ED%8F%AC-246806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ixabay.com/de/youtube-youtube-play-button-3363633/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화살표 연결선 8"/>
          <p:cNvCxnSpPr>
            <a:cxnSpLocks/>
            <a:endCxn id="7" idx="1"/>
          </p:cNvCxnSpPr>
          <p:nvPr/>
        </p:nvCxnSpPr>
        <p:spPr>
          <a:xfrm flipV="1">
            <a:off x="2076862" y="1885031"/>
            <a:ext cx="3823737" cy="9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4481" y="936939"/>
            <a:ext cx="2725132" cy="188853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main(void)</a:t>
            </a:r>
          </a:p>
          <a:p>
            <a:pPr marL="0" indent="0"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("Hello, World/n");</a:t>
            </a:r>
          </a:p>
          <a:p>
            <a:pPr marL="0" indent="0"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78168" y="2825475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hello.c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6665" y="2578580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hello.obj 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화살표 연결선 11"/>
          <p:cNvCxnSpPr>
            <a:cxnSpLocks/>
            <a:endCxn id="41" idx="1"/>
          </p:cNvCxnSpPr>
          <p:nvPr/>
        </p:nvCxnSpPr>
        <p:spPr>
          <a:xfrm>
            <a:off x="7522980" y="1885031"/>
            <a:ext cx="2256658" cy="9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73993" y="1763686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hello.exe</a:t>
            </a:r>
            <a:endParaRPr lang="ko-KR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18D4A4C-E382-1143-ED36-EBC764328F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12139" y="1417799"/>
            <a:ext cx="573744" cy="573744"/>
          </a:xfrm>
          <a:prstGeom prst="rect">
            <a:avLst/>
          </a:prstGeom>
        </p:spPr>
      </p:pic>
      <p:sp>
        <p:nvSpPr>
          <p:cNvPr id="4" name="원통형 3">
            <a:extLst>
              <a:ext uri="{FF2B5EF4-FFF2-40B4-BE49-F238E27FC236}">
                <a16:creationId xmlns="" xmlns:a16="http://schemas.microsoft.com/office/drawing/2014/main" id="{106CF4BE-CA11-D95D-3F61-7B7FEBC4DA96}"/>
              </a:ext>
            </a:extLst>
          </p:cNvPr>
          <p:cNvSpPr/>
          <p:nvPr/>
        </p:nvSpPr>
        <p:spPr>
          <a:xfrm>
            <a:off x="9948372" y="4308247"/>
            <a:ext cx="1437511" cy="1688841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81DF9DB-DD5E-7C3C-BFAD-FBDCBCB99004}"/>
              </a:ext>
            </a:extLst>
          </p:cNvPr>
          <p:cNvSpPr txBox="1"/>
          <p:nvPr/>
        </p:nvSpPr>
        <p:spPr>
          <a:xfrm>
            <a:off x="9937267" y="5105322"/>
            <a:ext cx="13195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hello.exe</a:t>
            </a:r>
            <a:endParaRPr lang="ko-KR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7026A38A-3DA6-F3CC-332E-AED1D8252D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775413" y="4759435"/>
            <a:ext cx="573744" cy="573744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D5AA25F6-B2B6-AA4C-4746-BB558811188F}"/>
              </a:ext>
            </a:extLst>
          </p:cNvPr>
          <p:cNvSpPr/>
          <p:nvPr/>
        </p:nvSpPr>
        <p:spPr>
          <a:xfrm>
            <a:off x="5498994" y="4780286"/>
            <a:ext cx="2255786" cy="786701"/>
          </a:xfrm>
          <a:prstGeom prst="rect">
            <a:avLst/>
          </a:prstGeom>
          <a:noFill/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95806FB4-FC0D-2694-1706-02EF986EE729}"/>
              </a:ext>
            </a:extLst>
          </p:cNvPr>
          <p:cNvSpPr txBox="1"/>
          <p:nvPr/>
        </p:nvSpPr>
        <p:spPr>
          <a:xfrm>
            <a:off x="5823424" y="5710518"/>
            <a:ext cx="1771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RAM+CPU 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01FD24A6-3F0E-209B-1E69-1C259CDEA4E8}"/>
              </a:ext>
            </a:extLst>
          </p:cNvPr>
          <p:cNvSpPr txBox="1"/>
          <p:nvPr/>
        </p:nvSpPr>
        <p:spPr>
          <a:xfrm>
            <a:off x="5910822" y="4913973"/>
            <a:ext cx="1590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hello.exe</a:t>
            </a:r>
            <a:endParaRPr lang="ko-KR" alt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="" xmlns:a16="http://schemas.microsoft.com/office/drawing/2014/main" id="{6F1D6B4D-6FB9-85EE-6384-0D9CFF3FF632}"/>
              </a:ext>
            </a:extLst>
          </p:cNvPr>
          <p:cNvCxnSpPr>
            <a:cxnSpLocks/>
          </p:cNvCxnSpPr>
          <p:nvPr/>
        </p:nvCxnSpPr>
        <p:spPr>
          <a:xfrm flipH="1">
            <a:off x="8027047" y="5055367"/>
            <a:ext cx="15703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="" xmlns:a16="http://schemas.microsoft.com/office/drawing/2014/main" id="{053DC095-C7CF-85E0-8C7C-D2FA0F3760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403926" y="4207799"/>
            <a:ext cx="2234217" cy="2005781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="" xmlns:a16="http://schemas.microsoft.com/office/drawing/2014/main" id="{144C7924-10CB-8F35-60BB-8CEADC09D8C4}"/>
              </a:ext>
            </a:extLst>
          </p:cNvPr>
          <p:cNvCxnSpPr>
            <a:cxnSpLocks/>
          </p:cNvCxnSpPr>
          <p:nvPr/>
        </p:nvCxnSpPr>
        <p:spPr>
          <a:xfrm flipH="1">
            <a:off x="3736029" y="5044930"/>
            <a:ext cx="1553147" cy="10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EA5692D5-7500-7727-FE51-2A22CAE185F7}"/>
              </a:ext>
            </a:extLst>
          </p:cNvPr>
          <p:cNvSpPr txBox="1"/>
          <p:nvPr/>
        </p:nvSpPr>
        <p:spPr>
          <a:xfrm>
            <a:off x="1640417" y="44253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Hello, World</a:t>
            </a:r>
            <a:endParaRPr lang="ko-KR" altLang="en-US" b="1" dirty="0">
              <a:solidFill>
                <a:srgbClr val="0070C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="" xmlns:a16="http://schemas.microsoft.com/office/drawing/2014/main" id="{4CB4EF7C-11D9-D60A-8D54-72E7EEE8BCDD}"/>
              </a:ext>
            </a:extLst>
          </p:cNvPr>
          <p:cNvSpPr/>
          <p:nvPr/>
        </p:nvSpPr>
        <p:spPr>
          <a:xfrm>
            <a:off x="9779638" y="1200482"/>
            <a:ext cx="1921543" cy="1387952"/>
          </a:xfrm>
          <a:prstGeom prst="rect">
            <a:avLst/>
          </a:prstGeom>
          <a:noFill/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50181DC4-BBD4-5C87-545C-BF6B0EED1DF3}"/>
              </a:ext>
            </a:extLst>
          </p:cNvPr>
          <p:cNvSpPr/>
          <p:nvPr/>
        </p:nvSpPr>
        <p:spPr>
          <a:xfrm>
            <a:off x="3757042" y="1545547"/>
            <a:ext cx="1364896" cy="629697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967A9FDF-637A-8E3C-C793-840663D820CB}"/>
              </a:ext>
            </a:extLst>
          </p:cNvPr>
          <p:cNvSpPr txBox="1"/>
          <p:nvPr/>
        </p:nvSpPr>
        <p:spPr>
          <a:xfrm>
            <a:off x="3839023" y="1634357"/>
            <a:ext cx="1282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</a:t>
            </a:r>
            <a:endParaRPr lang="ko-KR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="" xmlns:a16="http://schemas.microsoft.com/office/drawing/2014/main" id="{460F8BB5-AEC8-F42C-4B88-3EE9C0D1153E}"/>
              </a:ext>
            </a:extLst>
          </p:cNvPr>
          <p:cNvSpPr/>
          <p:nvPr/>
        </p:nvSpPr>
        <p:spPr>
          <a:xfrm>
            <a:off x="8250918" y="1570075"/>
            <a:ext cx="846353" cy="497895"/>
          </a:xfrm>
          <a:prstGeom prst="rect">
            <a:avLst/>
          </a:prstGeom>
          <a:solidFill>
            <a:schemeClr val="bg1"/>
          </a:solidFill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BC5513C1-4492-198F-38C7-267956748380}"/>
              </a:ext>
            </a:extLst>
          </p:cNvPr>
          <p:cNvSpPr txBox="1"/>
          <p:nvPr/>
        </p:nvSpPr>
        <p:spPr>
          <a:xfrm>
            <a:off x="8255790" y="1634356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Linker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5900599" y="1246975"/>
            <a:ext cx="1830453" cy="1276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1100 1000101110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010111101110111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010111101111010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10470638" y="2968011"/>
            <a:ext cx="326302" cy="9771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 19"/>
          <p:cNvSpPr/>
          <p:nvPr/>
        </p:nvSpPr>
        <p:spPr>
          <a:xfrm>
            <a:off x="4294094" y="726141"/>
            <a:ext cx="4383741" cy="430306"/>
          </a:xfrm>
          <a:custGeom>
            <a:avLst/>
            <a:gdLst>
              <a:gd name="connsiteX0" fmla="*/ 0 w 4383741"/>
              <a:gd name="connsiteY0" fmla="*/ 430306 h 430306"/>
              <a:gd name="connsiteX1" fmla="*/ 0 w 4383741"/>
              <a:gd name="connsiteY1" fmla="*/ 0 h 430306"/>
              <a:gd name="connsiteX2" fmla="*/ 4383741 w 4383741"/>
              <a:gd name="connsiteY2" fmla="*/ 0 h 430306"/>
              <a:gd name="connsiteX3" fmla="*/ 4374777 w 4383741"/>
              <a:gd name="connsiteY3" fmla="*/ 403412 h 43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3741" h="430306">
                <a:moveTo>
                  <a:pt x="0" y="430306"/>
                </a:moveTo>
                <a:lnTo>
                  <a:pt x="0" y="0"/>
                </a:lnTo>
                <a:lnTo>
                  <a:pt x="4383741" y="0"/>
                </a:lnTo>
                <a:lnTo>
                  <a:pt x="4374777" y="403412"/>
                </a:lnTo>
              </a:path>
            </a:pathLst>
          </a:custGeom>
          <a:noFill/>
          <a:ln>
            <a:headEnd type="triangle" w="lg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276665" y="35680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Build</a:t>
            </a:r>
            <a:endParaRPr lang="ko-KR" altLang="en-US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62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288197" y="599956"/>
            <a:ext cx="2725132" cy="108200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("Hello, World/n");</a:t>
            </a:r>
            <a:endParaRPr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9095" y="1681964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hello.py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/>
          <p:cNvCxnSpPr>
            <a:cxnSpLocks/>
            <a:stCxn id="4" idx="4"/>
          </p:cNvCxnSpPr>
          <p:nvPr/>
        </p:nvCxnSpPr>
        <p:spPr>
          <a:xfrm>
            <a:off x="2120066" y="4208459"/>
            <a:ext cx="1398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원통형 3">
            <a:extLst>
              <a:ext uri="{FF2B5EF4-FFF2-40B4-BE49-F238E27FC236}">
                <a16:creationId xmlns="" xmlns:a16="http://schemas.microsoft.com/office/drawing/2014/main" id="{106CF4BE-CA11-D95D-3F61-7B7FEBC4DA96}"/>
              </a:ext>
            </a:extLst>
          </p:cNvPr>
          <p:cNvSpPr/>
          <p:nvPr/>
        </p:nvSpPr>
        <p:spPr>
          <a:xfrm>
            <a:off x="682555" y="3364038"/>
            <a:ext cx="1437511" cy="1688841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D5AA25F6-B2B6-AA4C-4746-BB558811188F}"/>
              </a:ext>
            </a:extLst>
          </p:cNvPr>
          <p:cNvSpPr/>
          <p:nvPr/>
        </p:nvSpPr>
        <p:spPr>
          <a:xfrm>
            <a:off x="3518322" y="2585884"/>
            <a:ext cx="4780070" cy="3067664"/>
          </a:xfrm>
          <a:prstGeom prst="rect">
            <a:avLst/>
          </a:prstGeom>
          <a:noFill/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95806FB4-FC0D-2694-1706-02EF986EE729}"/>
              </a:ext>
            </a:extLst>
          </p:cNvPr>
          <p:cNvSpPr txBox="1"/>
          <p:nvPr/>
        </p:nvSpPr>
        <p:spPr>
          <a:xfrm>
            <a:off x="5223076" y="5696108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RAM+CPU  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="" xmlns:a16="http://schemas.microsoft.com/office/drawing/2014/main" id="{053DC095-C7CF-85E0-8C7C-D2FA0F3760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75428" y="3429000"/>
            <a:ext cx="2234217" cy="2005781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="" xmlns:a16="http://schemas.microsoft.com/office/drawing/2014/main" id="{144C7924-10CB-8F35-60BB-8CEADC09D8C4}"/>
              </a:ext>
            </a:extLst>
          </p:cNvPr>
          <p:cNvCxnSpPr>
            <a:cxnSpLocks/>
            <a:stCxn id="38" idx="2"/>
            <a:endCxn id="7" idx="0"/>
          </p:cNvCxnSpPr>
          <p:nvPr/>
        </p:nvCxnSpPr>
        <p:spPr>
          <a:xfrm flipH="1">
            <a:off x="4596142" y="4250136"/>
            <a:ext cx="6268" cy="464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EA5692D5-7500-7727-FE51-2A22CAE185F7}"/>
              </a:ext>
            </a:extLst>
          </p:cNvPr>
          <p:cNvSpPr txBox="1"/>
          <p:nvPr/>
        </p:nvSpPr>
        <p:spPr>
          <a:xfrm>
            <a:off x="9758135" y="3678031"/>
            <a:ext cx="2139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Hello, World</a:t>
            </a: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708DD4A-D220-9E2F-3851-F1ADCB00649A}"/>
              </a:ext>
            </a:extLst>
          </p:cNvPr>
          <p:cNvSpPr txBox="1"/>
          <p:nvPr/>
        </p:nvSpPr>
        <p:spPr>
          <a:xfrm>
            <a:off x="788085" y="3908077"/>
            <a:ext cx="121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hello.py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="" xmlns:a16="http://schemas.microsoft.com/office/drawing/2014/main" id="{A79B010E-DE16-1A2C-3E21-EA9CEF1E2329}"/>
              </a:ext>
            </a:extLst>
          </p:cNvPr>
          <p:cNvCxnSpPr>
            <a:cxnSpLocks/>
          </p:cNvCxnSpPr>
          <p:nvPr/>
        </p:nvCxnSpPr>
        <p:spPr>
          <a:xfrm>
            <a:off x="8298392" y="4129482"/>
            <a:ext cx="1318036" cy="9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B2BFB65A-76DE-67D9-32B7-69A826836A97}"/>
              </a:ext>
            </a:extLst>
          </p:cNvPr>
          <p:cNvSpPr/>
          <p:nvPr/>
        </p:nvSpPr>
        <p:spPr>
          <a:xfrm>
            <a:off x="3674014" y="3656736"/>
            <a:ext cx="1856791" cy="593400"/>
          </a:xfrm>
          <a:prstGeom prst="rect">
            <a:avLst/>
          </a:prstGeom>
          <a:noFill/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356ACB48-17D8-53BF-25CA-F1A6BA223C5E}"/>
              </a:ext>
            </a:extLst>
          </p:cNvPr>
          <p:cNvSpPr txBox="1"/>
          <p:nvPr/>
        </p:nvSpPr>
        <p:spPr>
          <a:xfrm>
            <a:off x="3769873" y="3699296"/>
            <a:ext cx="1665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Interpreter</a:t>
            </a:r>
            <a:endParaRPr lang="ko-KR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3870293" y="4714325"/>
            <a:ext cx="1451698" cy="677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0010 110010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11101010111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="" xmlns:a16="http://schemas.microsoft.com/office/drawing/2014/main" id="{A5BD089E-E710-E4DB-347E-D8F15AC7D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980" y="3364038"/>
            <a:ext cx="1162050" cy="14097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2B7BADFD-599B-BB44-CF93-D381213EAA04}"/>
              </a:ext>
            </a:extLst>
          </p:cNvPr>
          <p:cNvSpPr txBox="1"/>
          <p:nvPr/>
        </p:nvSpPr>
        <p:spPr>
          <a:xfrm>
            <a:off x="6413352" y="5021071"/>
            <a:ext cx="17402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execute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="" xmlns:a16="http://schemas.microsoft.com/office/drawing/2014/main" id="{EECDCECE-D830-94A0-E4C4-0BFCAD6B5FD8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321991" y="4312953"/>
            <a:ext cx="1398256" cy="739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="" xmlns:a16="http://schemas.microsoft.com/office/drawing/2014/main" id="{45FB8603-B316-B22E-8756-A7E50FE7CA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484349" y="3040844"/>
            <a:ext cx="573744" cy="573744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="" xmlns:a16="http://schemas.microsoft.com/office/drawing/2014/main" id="{883D54B5-B8D0-FB70-4AE0-02C2720F0352}"/>
              </a:ext>
            </a:extLst>
          </p:cNvPr>
          <p:cNvSpPr txBox="1"/>
          <p:nvPr/>
        </p:nvSpPr>
        <p:spPr>
          <a:xfrm>
            <a:off x="4004473" y="2791356"/>
            <a:ext cx="121860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hello.py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="" xmlns:a16="http://schemas.microsoft.com/office/drawing/2014/main" id="{155BB07C-2D4C-D09E-E084-66C04EC01159}"/>
              </a:ext>
            </a:extLst>
          </p:cNvPr>
          <p:cNvCxnSpPr>
            <a:cxnSpLocks/>
            <a:stCxn id="70" idx="2"/>
            <a:endCxn id="38" idx="0"/>
          </p:cNvCxnSpPr>
          <p:nvPr/>
        </p:nvCxnSpPr>
        <p:spPr>
          <a:xfrm flipH="1">
            <a:off x="4602410" y="3253021"/>
            <a:ext cx="11365" cy="4037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아래쪽 화살표 21"/>
          <p:cNvSpPr/>
          <p:nvPr/>
        </p:nvSpPr>
        <p:spPr>
          <a:xfrm>
            <a:off x="1324461" y="2302779"/>
            <a:ext cx="326302" cy="9771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70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r>
              <a:rPr lang="ko-KR" altLang="en-US" sz="3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객체 지향 언어 </a:t>
            </a:r>
            <a:r>
              <a:rPr lang="en-US" altLang="ko-KR" sz="3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vs. </a:t>
            </a:r>
            <a:r>
              <a:rPr lang="ko-KR" altLang="en-US" sz="3200" b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절차 지향 언어 </a:t>
            </a:r>
            <a:endParaRPr lang="ko-KR" altLang="en-US" sz="3200" b="1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454" y="1673173"/>
            <a:ext cx="7533175" cy="423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16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61</Words>
  <Application>Microsoft Office PowerPoint</Application>
  <PresentationFormat>와이드스크린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함초롬바탕</vt:lpstr>
      <vt:lpstr>Arial</vt:lpstr>
      <vt:lpstr>Times New Roman</vt:lpstr>
      <vt:lpstr>Office 테마</vt:lpstr>
      <vt:lpstr>PowerPoint 프레젠테이션</vt:lpstr>
      <vt:lpstr>PowerPoint 프레젠테이션</vt:lpstr>
      <vt:lpstr>객체 지향 언어 vs. 절차 지향 언어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Sora</dc:creator>
  <cp:lastModifiedBy>Microsoft 계정</cp:lastModifiedBy>
  <cp:revision>18</cp:revision>
  <dcterms:created xsi:type="dcterms:W3CDTF">2023-02-16T20:16:25Z</dcterms:created>
  <dcterms:modified xsi:type="dcterms:W3CDTF">2023-03-09T05:06:47Z</dcterms:modified>
</cp:coreProperties>
</file>