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6"/>
  </p:notesMasterIdLst>
  <p:handoutMasterIdLst>
    <p:handoutMasterId r:id="rId7"/>
  </p:handoutMasterIdLst>
  <p:sldIdLst>
    <p:sldId id="528" r:id="rId2"/>
    <p:sldId id="527" r:id="rId3"/>
    <p:sldId id="523" r:id="rId4"/>
    <p:sldId id="529" r:id="rId5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9">
          <p15:clr>
            <a:srgbClr val="A4A3A4"/>
          </p15:clr>
        </p15:guide>
        <p15:guide id="2" pos="15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BA8"/>
    <a:srgbClr val="8F9CCD"/>
    <a:srgbClr val="4C60AC"/>
    <a:srgbClr val="E6B4C0"/>
    <a:srgbClr val="F3DDE2"/>
    <a:srgbClr val="C85873"/>
    <a:srgbClr val="83CBA1"/>
    <a:srgbClr val="DB91A3"/>
    <a:srgbClr val="0000CC"/>
    <a:srgbClr val="EDCA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13129" autoAdjust="0"/>
    <p:restoredTop sz="98898" autoAdjust="0"/>
  </p:normalViewPr>
  <p:slideViewPr>
    <p:cSldViewPr>
      <p:cViewPr varScale="1">
        <p:scale>
          <a:sx n="85" d="100"/>
          <a:sy n="85" d="100"/>
        </p:scale>
        <p:origin x="1421" y="67"/>
      </p:cViewPr>
      <p:guideLst>
        <p:guide orient="horz" pos="119"/>
        <p:guide pos="15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124" d="100"/>
          <a:sy n="124" d="100"/>
        </p:scale>
        <p:origin x="4950" y="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C39FFA-0F1A-413B-9BFE-941741C2D487}" type="datetimeFigureOut">
              <a:rPr lang="ko-KR" altLang="en-US" smtClean="0"/>
              <a:pPr/>
              <a:t>2023-03-02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4E8097-7531-4C06-8889-FE1FF848364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232961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F6F0AE-7B65-4C9A-8729-A5D1A0ABE57B}" type="datetimeFigureOut">
              <a:rPr lang="ko-KR" altLang="en-US" smtClean="0"/>
              <a:pPr/>
              <a:t>2023-03-02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E72E7F-A2FE-4F50-A94D-8786A43CAC6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0481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 userDrawn="1"/>
        </p:nvSpPr>
        <p:spPr>
          <a:xfrm>
            <a:off x="0" y="5921928"/>
            <a:ext cx="9144000" cy="936071"/>
          </a:xfrm>
          <a:prstGeom prst="rect">
            <a:avLst/>
          </a:prstGeom>
          <a:solidFill>
            <a:srgbClr val="8F9C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제목 1"/>
          <p:cNvSpPr txBox="1">
            <a:spLocks/>
          </p:cNvSpPr>
          <p:nvPr userDrawn="1"/>
        </p:nvSpPr>
        <p:spPr>
          <a:xfrm>
            <a:off x="2195736" y="5843592"/>
            <a:ext cx="6948264" cy="5486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6858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30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F0302020204030204"/>
              <a:ea typeface="맑은 고딕" panose="020B0503020000020004" pitchFamily="50" charset="-127"/>
              <a:cs typeface="+mj-cs"/>
            </a:endParaRPr>
          </a:p>
        </p:txBody>
      </p:sp>
      <p:sp>
        <p:nvSpPr>
          <p:cNvPr id="36" name="TextBox 7">
            <a:extLst>
              <a:ext uri="{FF2B5EF4-FFF2-40B4-BE49-F238E27FC236}">
                <a16:creationId xmlns:a16="http://schemas.microsoft.com/office/drawing/2014/main" xmlns="" id="{86410889-0442-4231-B9CA-3F0F289FD4E1}"/>
              </a:ext>
            </a:extLst>
          </p:cNvPr>
          <p:cNvSpPr txBox="1"/>
          <p:nvPr userDrawn="1"/>
        </p:nvSpPr>
        <p:spPr>
          <a:xfrm>
            <a:off x="619945" y="6028546"/>
            <a:ext cx="2232248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3300" b="1" dirty="0" smtClean="0">
                <a:latin typeface="+mn-lt"/>
                <a:ea typeface="맑은 고딕" pitchFamily="50" charset="-127"/>
              </a:rPr>
              <a:t>Chapter.</a:t>
            </a:r>
            <a:endParaRPr kumimoji="0" lang="en-US" altLang="ko-KR" sz="3300" b="1" dirty="0">
              <a:latin typeface="+mn-lt"/>
              <a:ea typeface="맑은 고딕" pitchFamily="50" charset="-127"/>
            </a:endParaRPr>
          </a:p>
          <a:p>
            <a:pPr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000" dirty="0">
              <a:ea typeface="맑은 고딕" pitchFamily="50" charset="-127"/>
            </a:endParaRPr>
          </a:p>
        </p:txBody>
      </p:sp>
      <p:sp>
        <p:nvSpPr>
          <p:cNvPr id="37" name="제목 1"/>
          <p:cNvSpPr>
            <a:spLocks noGrp="1"/>
          </p:cNvSpPr>
          <p:nvPr>
            <p:ph type="title"/>
          </p:nvPr>
        </p:nvSpPr>
        <p:spPr>
          <a:xfrm>
            <a:off x="2348136" y="6102609"/>
            <a:ext cx="6948264" cy="548680"/>
          </a:xfrm>
        </p:spPr>
        <p:txBody>
          <a:bodyPr>
            <a:noAutofit/>
          </a:bodyPr>
          <a:lstStyle>
            <a:lvl1pPr algn="l">
              <a:defRPr sz="3000" b="1">
                <a:solidFill>
                  <a:schemeClr val="tx1"/>
                </a:solidFill>
              </a:defRPr>
            </a:lvl1pPr>
          </a:lstStyle>
          <a:p>
            <a:endParaRPr lang="ko-KR" altLang="en-US" dirty="0"/>
          </a:p>
        </p:txBody>
      </p:sp>
      <p:grpSp>
        <p:nvGrpSpPr>
          <p:cNvPr id="12" name="그룹 11"/>
          <p:cNvGrpSpPr/>
          <p:nvPr userDrawn="1"/>
        </p:nvGrpSpPr>
        <p:grpSpPr>
          <a:xfrm>
            <a:off x="1475656" y="116632"/>
            <a:ext cx="4973183" cy="5646684"/>
            <a:chOff x="2339752" y="144826"/>
            <a:chExt cx="4973183" cy="5646684"/>
          </a:xfrm>
        </p:grpSpPr>
        <p:pic>
          <p:nvPicPr>
            <p:cNvPr id="14" name="그림 13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2465441" y="2060848"/>
              <a:ext cx="4721804" cy="2629227"/>
            </a:xfrm>
            <a:prstGeom prst="rect">
              <a:avLst/>
            </a:prstGeom>
          </p:spPr>
        </p:pic>
        <p:pic>
          <p:nvPicPr>
            <p:cNvPr id="15" name="그림 14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2339752" y="144826"/>
              <a:ext cx="4973183" cy="1974372"/>
            </a:xfrm>
            <a:prstGeom prst="rect">
              <a:avLst/>
            </a:prstGeom>
          </p:spPr>
        </p:pic>
        <p:pic>
          <p:nvPicPr>
            <p:cNvPr id="16" name="그림 15"/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3136805" y="4797152"/>
              <a:ext cx="3379077" cy="994358"/>
            </a:xfrm>
            <a:prstGeom prst="rect">
              <a:avLst/>
            </a:prstGeom>
          </p:spPr>
        </p:pic>
      </p:grpSp>
      <p:pic>
        <p:nvPicPr>
          <p:cNvPr id="17" name="그림 16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8085968" y="188641"/>
            <a:ext cx="723093" cy="1152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72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>
            <a:extLst>
              <a:ext uri="{FF2B5EF4-FFF2-40B4-BE49-F238E27FC236}">
                <a16:creationId xmlns:a16="http://schemas.microsoft.com/office/drawing/2014/main" xmlns="" id="{E3CF5919-2159-49EA-BD93-9C45B1EAA96D}"/>
              </a:ext>
            </a:extLst>
          </p:cNvPr>
          <p:cNvSpPr txBox="1"/>
          <p:nvPr userDrawn="1"/>
        </p:nvSpPr>
        <p:spPr>
          <a:xfrm>
            <a:off x="611560" y="762422"/>
            <a:ext cx="4085697" cy="76944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4400" spc="-1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latin typeface="HY견고딕" pitchFamily="18" charset="-127"/>
                <a:ea typeface="HY견고딕" pitchFamily="18" charset="-127"/>
                <a:cs typeface="Tahoma" pitchFamily="34" charset="0"/>
              </a:rPr>
              <a:t>목차</a:t>
            </a:r>
          </a:p>
        </p:txBody>
      </p:sp>
      <p:sp>
        <p:nvSpPr>
          <p:cNvPr id="11" name="텍스트 개체 틀 6">
            <a:extLst>
              <a:ext uri="{FF2B5EF4-FFF2-40B4-BE49-F238E27FC236}">
                <a16:creationId xmlns:a16="http://schemas.microsoft.com/office/drawing/2014/main" xmlns="" id="{19267DBF-3997-413A-AA3B-689DC6FEAD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55576" y="1844824"/>
            <a:ext cx="7704856" cy="4104456"/>
          </a:xfrm>
        </p:spPr>
        <p:txBody>
          <a:bodyPr/>
          <a:lstStyle>
            <a:lvl1pPr marL="0" indent="0">
              <a:lnSpc>
                <a:spcPct val="200000"/>
              </a:lnSpc>
              <a:buClrTx/>
              <a:buFontTx/>
              <a:buNone/>
              <a:defRPr sz="2000" b="1">
                <a:solidFill>
                  <a:schemeClr val="tx1"/>
                </a:solidFill>
                <a:latin typeface="+mj-lt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endParaRPr lang="ko-KR" altLang="en-US" dirty="0"/>
          </a:p>
        </p:txBody>
      </p:sp>
      <p:sp>
        <p:nvSpPr>
          <p:cNvPr id="14" name="모서리가 둥근 직사각형 8">
            <a:extLst>
              <a:ext uri="{FF2B5EF4-FFF2-40B4-BE49-F238E27FC236}">
                <a16:creationId xmlns:a16="http://schemas.microsoft.com/office/drawing/2014/main" xmlns="" id="{D5A7425B-5701-466C-9ACB-C13BC673C0FC}"/>
              </a:ext>
            </a:extLst>
          </p:cNvPr>
          <p:cNvSpPr/>
          <p:nvPr userDrawn="1"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>
            <a:solidFill>
              <a:srgbClr val="009B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  <p:extLst>
      <p:ext uri="{BB962C8B-B14F-4D97-AF65-F5344CB8AC3E}">
        <p14:creationId xmlns:p14="http://schemas.microsoft.com/office/powerpoint/2010/main" val="189903128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학습목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9"/>
          <p:cNvSpPr txBox="1"/>
          <p:nvPr userDrawn="1"/>
        </p:nvSpPr>
        <p:spPr>
          <a:xfrm>
            <a:off x="611560" y="762422"/>
            <a:ext cx="4085697" cy="76944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4400" spc="-1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latin typeface="HY견고딕" pitchFamily="18" charset="-127"/>
                <a:ea typeface="HY견고딕" pitchFamily="18" charset="-127"/>
                <a:cs typeface="Tahoma" pitchFamily="34" charset="0"/>
              </a:rPr>
              <a:t>학습목표</a:t>
            </a: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xmlns="" id="{ED4A8C7A-84CB-4AB9-8F99-0BC584ACD685}"/>
              </a:ext>
            </a:extLst>
          </p:cNvPr>
          <p:cNvSpPr/>
          <p:nvPr userDrawn="1"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>
            <a:solidFill>
              <a:srgbClr val="009B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  <p:sp>
        <p:nvSpPr>
          <p:cNvPr id="6" name="텍스트 개체 틀 6">
            <a:extLst>
              <a:ext uri="{FF2B5EF4-FFF2-40B4-BE49-F238E27FC236}">
                <a16:creationId xmlns:a16="http://schemas.microsoft.com/office/drawing/2014/main" xmlns="" id="{5EC90D7B-5216-4834-B80A-E94167A6BA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55576" y="1844824"/>
            <a:ext cx="7704856" cy="4104456"/>
          </a:xfrm>
        </p:spPr>
        <p:txBody>
          <a:bodyPr/>
          <a:lstStyle>
            <a:lvl1pPr marL="342900" indent="-342900">
              <a:lnSpc>
                <a:spcPct val="200000"/>
              </a:lnSpc>
              <a:buClr>
                <a:srgbClr val="559E5B"/>
              </a:buClr>
              <a:buFont typeface="Arial" panose="020B0604020202020204" pitchFamily="34" charset="0"/>
              <a:buChar char="•"/>
              <a:defRPr sz="1600" b="1">
                <a:solidFill>
                  <a:schemeClr val="tx1"/>
                </a:solidFill>
                <a:latin typeface="+mj-lt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endParaRPr lang="en-US" altLang="ko-KR" dirty="0"/>
          </a:p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675611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섹션 목차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184745"/>
            <a:ext cx="7560840" cy="548680"/>
          </a:xfrm>
        </p:spPr>
        <p:txBody>
          <a:bodyPr/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xmlns="" id="{5B4BA2D2-52F7-42A1-8EBA-192AEC431238}"/>
              </a:ext>
            </a:extLst>
          </p:cNvPr>
          <p:cNvGrpSpPr/>
          <p:nvPr userDrawn="1"/>
        </p:nvGrpSpPr>
        <p:grpSpPr>
          <a:xfrm>
            <a:off x="0" y="836712"/>
            <a:ext cx="9144000" cy="487"/>
            <a:chOff x="0" y="907564"/>
            <a:chExt cx="9144000" cy="487"/>
          </a:xfrm>
        </p:grpSpPr>
        <p:cxnSp>
          <p:nvCxnSpPr>
            <p:cNvPr id="9" name="직선 연결선 8"/>
            <p:cNvCxnSpPr/>
            <p:nvPr userDrawn="1"/>
          </p:nvCxnSpPr>
          <p:spPr>
            <a:xfrm>
              <a:off x="2124744" y="908051"/>
              <a:ext cx="2339752" cy="0"/>
            </a:xfrm>
            <a:prstGeom prst="line">
              <a:avLst/>
            </a:prstGeom>
            <a:ln w="76200">
              <a:solidFill>
                <a:srgbClr val="009BA8">
                  <a:alpha val="70000"/>
                </a:srgb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/>
            <p:cNvCxnSpPr/>
            <p:nvPr userDrawn="1"/>
          </p:nvCxnSpPr>
          <p:spPr>
            <a:xfrm>
              <a:off x="4464496" y="908051"/>
              <a:ext cx="2339752" cy="0"/>
            </a:xfrm>
            <a:prstGeom prst="line">
              <a:avLst/>
            </a:prstGeom>
            <a:ln w="76200">
              <a:solidFill>
                <a:srgbClr val="009BA8">
                  <a:alpha val="50000"/>
                </a:srgb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/>
            <p:cNvCxnSpPr/>
            <p:nvPr userDrawn="1"/>
          </p:nvCxnSpPr>
          <p:spPr>
            <a:xfrm>
              <a:off x="6804248" y="907564"/>
              <a:ext cx="2339752" cy="0"/>
            </a:xfrm>
            <a:prstGeom prst="line">
              <a:avLst/>
            </a:prstGeom>
            <a:ln w="76200">
              <a:solidFill>
                <a:srgbClr val="009BA8">
                  <a:alpha val="20000"/>
                </a:srgb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/>
            <p:cNvCxnSpPr/>
            <p:nvPr userDrawn="1"/>
          </p:nvCxnSpPr>
          <p:spPr>
            <a:xfrm>
              <a:off x="0" y="908051"/>
              <a:ext cx="2339752" cy="0"/>
            </a:xfrm>
            <a:prstGeom prst="line">
              <a:avLst/>
            </a:prstGeom>
            <a:ln w="76200">
              <a:solidFill>
                <a:srgbClr val="009BA8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내용 개체 틀 2"/>
          <p:cNvSpPr>
            <a:spLocks noGrp="1"/>
          </p:cNvSpPr>
          <p:nvPr>
            <p:ph idx="10"/>
          </p:nvPr>
        </p:nvSpPr>
        <p:spPr>
          <a:xfrm>
            <a:off x="530206" y="1124744"/>
            <a:ext cx="8208912" cy="5400600"/>
          </a:xfrm>
        </p:spPr>
        <p:txBody>
          <a:bodyPr/>
          <a:lstStyle>
            <a:lvl1pPr marL="342900" indent="-342900">
              <a:lnSpc>
                <a:spcPct val="150000"/>
              </a:lnSpc>
              <a:spcBef>
                <a:spcPts val="0"/>
              </a:spcBef>
              <a:buClr>
                <a:srgbClr val="009BA8"/>
              </a:buClr>
              <a:buFont typeface="Wingdings" pitchFamily="2" charset="2"/>
              <a:buChar char="n"/>
              <a:defRPr sz="1600" b="1">
                <a:latin typeface="+mn-ea"/>
                <a:ea typeface="+mn-ea"/>
              </a:defRPr>
            </a:lvl1pPr>
            <a:lvl2pPr marL="447675" indent="-180975">
              <a:spcAft>
                <a:spcPts val="400"/>
              </a:spcAft>
              <a:buClr>
                <a:srgbClr val="00B2C0"/>
              </a:buClr>
              <a:buFont typeface="Wingdings" pitchFamily="2" charset="2"/>
              <a:buChar char="§"/>
              <a:defRPr sz="1400"/>
            </a:lvl2pPr>
            <a:lvl3pPr marL="628650" indent="-180975">
              <a:spcAft>
                <a:spcPts val="300"/>
              </a:spcAft>
              <a:buClr>
                <a:srgbClr val="00C1D0"/>
              </a:buClr>
              <a:buFont typeface="Arial" pitchFamily="34" charset="0"/>
              <a:buChar char="•"/>
              <a:defRPr sz="1200"/>
            </a:lvl3pPr>
            <a:lvl4pPr marL="809625" indent="-180975">
              <a:spcAft>
                <a:spcPts val="300"/>
              </a:spcAft>
              <a:buClr>
                <a:srgbClr val="00C1D0"/>
              </a:buClr>
              <a:buSzPct val="96000"/>
              <a:defRPr sz="1050"/>
            </a:lvl4pPr>
            <a:lvl5pPr marL="990600" indent="-180975">
              <a:buClr>
                <a:srgbClr val="00C1D0"/>
              </a:buClr>
              <a:defRPr sz="9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79060089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C4A7B72-6AE8-49C2-8F32-E8A725FD610D}" type="datetimeFigureOut">
              <a:rPr lang="ko-KR" altLang="en-US" smtClean="0"/>
              <a:pPr>
                <a:defRPr/>
              </a:pPr>
              <a:t>2023-03-02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2DD98C4-AD35-4759-9571-E1AA62A00DA9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95110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24" r:id="rId4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5D5546D3-0756-4021-A487-201EBA340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ctr">
            <a:normAutofit/>
          </a:bodyPr>
          <a:lstStyle/>
          <a:p>
            <a:r>
              <a:rPr lang="ko-KR" altLang="en-US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교수 </a:t>
            </a:r>
            <a:endParaRPr lang="en-US" altLang="ko-KR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xmlns="" id="{1307FE7C-BE07-489D-A94A-C8EE73F1BCE5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Autofit/>
          </a:bodyPr>
          <a:lstStyle/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lvl="1" fontAlgn="base"/>
            <a:endParaRPr lang="en-US" altLang="ko-KR" dirty="0" smtClean="0"/>
          </a:p>
          <a:p>
            <a:pPr lvl="1" fontAlgn="base"/>
            <a:endParaRPr lang="en-US" altLang="ko-KR" dirty="0" smtClean="0"/>
          </a:p>
        </p:txBody>
      </p:sp>
      <p:sp>
        <p:nvSpPr>
          <p:cNvPr id="11" name="내용 개체 틀 3">
            <a:extLst>
              <a:ext uri="{FF2B5EF4-FFF2-40B4-BE49-F238E27FC236}">
                <a16:creationId xmlns:a16="http://schemas.microsoft.com/office/drawing/2014/main" xmlns="" id="{1307FE7C-BE07-489D-A94A-C8EE73F1BCE5}"/>
              </a:ext>
            </a:extLst>
          </p:cNvPr>
          <p:cNvSpPr txBox="1">
            <a:spLocks/>
          </p:cNvSpPr>
          <p:nvPr/>
        </p:nvSpPr>
        <p:spPr>
          <a:xfrm>
            <a:off x="683568" y="1412776"/>
            <a:ext cx="4033410" cy="29331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685800" rtl="0" eaLnBrk="1" latinLnBrk="1" hangingPunct="1">
              <a:lnSpc>
                <a:spcPct val="150000"/>
              </a:lnSpc>
              <a:spcBef>
                <a:spcPts val="0"/>
              </a:spcBef>
              <a:buClr>
                <a:srgbClr val="009BA8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defTabSz="685800" rtl="0" eaLnBrk="1" latinLnBrk="1" hangingPunct="1">
              <a:lnSpc>
                <a:spcPct val="90000"/>
              </a:lnSpc>
              <a:spcBef>
                <a:spcPts val="375"/>
              </a:spcBef>
              <a:spcAft>
                <a:spcPts val="400"/>
              </a:spcAft>
              <a:buClr>
                <a:srgbClr val="00B2C0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defTabSz="685800" rtl="0" eaLnBrk="1" latinLnBrk="1" hangingPunct="1">
              <a:lnSpc>
                <a:spcPct val="90000"/>
              </a:lnSpc>
              <a:spcBef>
                <a:spcPts val="375"/>
              </a:spcBef>
              <a:spcAft>
                <a:spcPts val="300"/>
              </a:spcAft>
              <a:buClr>
                <a:srgbClr val="00C1D0"/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defTabSz="685800" rtl="0" eaLnBrk="1" latinLnBrk="1" hangingPunct="1">
              <a:lnSpc>
                <a:spcPct val="90000"/>
              </a:lnSpc>
              <a:spcBef>
                <a:spcPts val="375"/>
              </a:spcBef>
              <a:spcAft>
                <a:spcPts val="300"/>
              </a:spcAft>
              <a:buClr>
                <a:srgbClr val="00C1D0"/>
              </a:buClr>
              <a:buSzPct val="96000"/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defTabSz="685800" rtl="0" eaLnBrk="1" latinLnBrk="1" hangingPunct="1">
              <a:lnSpc>
                <a:spcPct val="90000"/>
              </a:lnSpc>
              <a:spcBef>
                <a:spcPts val="375"/>
              </a:spcBef>
              <a:buClr>
                <a:srgbClr val="00C1D0"/>
              </a:buClr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lnSpc>
                <a:spcPct val="200000"/>
              </a:lnSpc>
            </a:pPr>
            <a:r>
              <a:rPr lang="ko-KR" altLang="en-US" sz="2400" b="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권소라 </a:t>
            </a:r>
            <a:r>
              <a:rPr lang="ko-KR" altLang="en-US" sz="2000" b="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겸임교수</a:t>
            </a:r>
            <a:r>
              <a:rPr lang="ko-KR" altLang="en-US" sz="2400" b="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endParaRPr lang="en-US" altLang="ko-KR" sz="2400" b="0" dirty="0" smtClean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fontAlgn="base">
              <a:lnSpc>
                <a:spcPct val="200000"/>
              </a:lnSpc>
            </a:pPr>
            <a:r>
              <a:rPr lang="en-US" altLang="ko-KR" sz="2400" b="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soraland@hotmail.com</a:t>
            </a:r>
          </a:p>
          <a:p>
            <a:pPr marL="0" indent="0" fontAlgn="base">
              <a:lnSpc>
                <a:spcPct val="200000"/>
              </a:lnSpc>
              <a:buNone/>
            </a:pPr>
            <a:endParaRPr lang="en-US" altLang="ko-KR" sz="2400" b="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 fontAlgn="base">
              <a:lnSpc>
                <a:spcPct val="200000"/>
              </a:lnSpc>
              <a:buNone/>
            </a:pPr>
            <a:endParaRPr lang="ko-KR" altLang="en-US" sz="2400" b="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47422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5D5546D3-0756-4021-A487-201EBA340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ctr">
            <a:normAutofit/>
          </a:bodyPr>
          <a:lstStyle/>
          <a:p>
            <a:r>
              <a:rPr lang="ko-KR" altLang="en-US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책 소개</a:t>
            </a:r>
            <a:endParaRPr lang="en-US" altLang="ko-KR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xmlns="" id="{1307FE7C-BE07-489D-A94A-C8EE73F1BCE5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Autofit/>
          </a:bodyPr>
          <a:lstStyle/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lvl="1" fontAlgn="base"/>
            <a:endParaRPr lang="en-US" altLang="ko-KR" dirty="0" smtClean="0"/>
          </a:p>
          <a:p>
            <a:pPr lvl="1" fontAlgn="base"/>
            <a:endParaRPr lang="en-US" altLang="ko-KR" dirty="0" smtClean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1484783"/>
            <a:ext cx="3240360" cy="4250239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11" name="내용 개체 틀 3">
            <a:extLst>
              <a:ext uri="{FF2B5EF4-FFF2-40B4-BE49-F238E27FC236}">
                <a16:creationId xmlns:a16="http://schemas.microsoft.com/office/drawing/2014/main" xmlns="" id="{1307FE7C-BE07-489D-A94A-C8EE73F1BCE5}"/>
              </a:ext>
            </a:extLst>
          </p:cNvPr>
          <p:cNvSpPr txBox="1">
            <a:spLocks/>
          </p:cNvSpPr>
          <p:nvPr/>
        </p:nvSpPr>
        <p:spPr>
          <a:xfrm>
            <a:off x="4499992" y="1456020"/>
            <a:ext cx="4033410" cy="29331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685800" rtl="0" eaLnBrk="1" latinLnBrk="1" hangingPunct="1">
              <a:lnSpc>
                <a:spcPct val="150000"/>
              </a:lnSpc>
              <a:spcBef>
                <a:spcPts val="0"/>
              </a:spcBef>
              <a:buClr>
                <a:srgbClr val="009BA8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defTabSz="685800" rtl="0" eaLnBrk="1" latinLnBrk="1" hangingPunct="1">
              <a:lnSpc>
                <a:spcPct val="90000"/>
              </a:lnSpc>
              <a:spcBef>
                <a:spcPts val="375"/>
              </a:spcBef>
              <a:spcAft>
                <a:spcPts val="400"/>
              </a:spcAft>
              <a:buClr>
                <a:srgbClr val="00B2C0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defTabSz="685800" rtl="0" eaLnBrk="1" latinLnBrk="1" hangingPunct="1">
              <a:lnSpc>
                <a:spcPct val="90000"/>
              </a:lnSpc>
              <a:spcBef>
                <a:spcPts val="375"/>
              </a:spcBef>
              <a:spcAft>
                <a:spcPts val="300"/>
              </a:spcAft>
              <a:buClr>
                <a:srgbClr val="00C1D0"/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defTabSz="685800" rtl="0" eaLnBrk="1" latinLnBrk="1" hangingPunct="1">
              <a:lnSpc>
                <a:spcPct val="90000"/>
              </a:lnSpc>
              <a:spcBef>
                <a:spcPts val="375"/>
              </a:spcBef>
              <a:spcAft>
                <a:spcPts val="300"/>
              </a:spcAft>
              <a:buClr>
                <a:srgbClr val="00C1D0"/>
              </a:buClr>
              <a:buSzPct val="96000"/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defTabSz="685800" rtl="0" eaLnBrk="1" latinLnBrk="1" hangingPunct="1">
              <a:lnSpc>
                <a:spcPct val="90000"/>
              </a:lnSpc>
              <a:spcBef>
                <a:spcPts val="375"/>
              </a:spcBef>
              <a:buClr>
                <a:srgbClr val="00C1D0"/>
              </a:buClr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lnSpc>
                <a:spcPct val="100000"/>
              </a:lnSpc>
            </a:pPr>
            <a:r>
              <a:rPr lang="ko-KR" altLang="en-US" sz="18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도서명</a:t>
            </a:r>
            <a:r>
              <a:rPr lang="en-US" altLang="ko-KR" sz="18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: </a:t>
            </a:r>
            <a:r>
              <a:rPr lang="ko-KR" altLang="en-US" sz="18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정보 </a:t>
            </a:r>
            <a:r>
              <a:rPr lang="ko-KR" altLang="en-US" sz="1800" b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보안 </a:t>
            </a:r>
            <a:r>
              <a:rPr lang="ko-KR" altLang="en-US" sz="1800" b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개론</a:t>
            </a:r>
            <a:r>
              <a:rPr lang="en-US" altLang="ko-KR" sz="18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en-US" altLang="ko-KR" sz="1800" b="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4</a:t>
            </a:r>
            <a:r>
              <a:rPr lang="ko-KR" altLang="en-US" sz="1800" b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판</a:t>
            </a:r>
            <a:endParaRPr lang="ko-KR" altLang="en-US" sz="1800" b="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fontAlgn="base">
              <a:lnSpc>
                <a:spcPct val="100000"/>
              </a:lnSpc>
            </a:pPr>
            <a:endParaRPr lang="en-US" altLang="ko-KR" sz="1800" b="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fontAlgn="base">
              <a:lnSpc>
                <a:spcPct val="100000"/>
              </a:lnSpc>
            </a:pPr>
            <a:r>
              <a:rPr lang="ko-KR" altLang="en-US" sz="18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저자</a:t>
            </a:r>
            <a:r>
              <a:rPr lang="en-US" altLang="ko-KR" sz="18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: </a:t>
            </a:r>
            <a:r>
              <a:rPr lang="ko-KR" altLang="en-US" sz="1800" b="0" dirty="0" err="1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양대일</a:t>
            </a:r>
            <a:endParaRPr lang="en-US" altLang="ko-KR" sz="1800" b="0" dirty="0" smtClean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fontAlgn="base">
              <a:lnSpc>
                <a:spcPct val="100000"/>
              </a:lnSpc>
            </a:pPr>
            <a:endParaRPr lang="ko-KR" altLang="en-US" sz="1800" b="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fontAlgn="base">
              <a:lnSpc>
                <a:spcPct val="100000"/>
              </a:lnSpc>
            </a:pPr>
            <a:r>
              <a:rPr lang="ko-KR" altLang="en-US" sz="18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출판사</a:t>
            </a:r>
            <a:r>
              <a:rPr lang="en-US" altLang="ko-KR" sz="18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: </a:t>
            </a:r>
            <a:r>
              <a:rPr lang="ko-KR" altLang="en-US" sz="18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한빛아카데미</a:t>
            </a:r>
            <a:r>
              <a:rPr lang="ko-KR" altLang="en-US" sz="1800" b="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㈜</a:t>
            </a:r>
            <a:endParaRPr lang="en-US" altLang="ko-KR" sz="1800" b="0" dirty="0" smtClean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fontAlgn="base">
              <a:lnSpc>
                <a:spcPct val="100000"/>
              </a:lnSpc>
            </a:pPr>
            <a:endParaRPr lang="ko-KR" altLang="en-US" sz="1800" b="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fontAlgn="base">
              <a:lnSpc>
                <a:spcPct val="100000"/>
              </a:lnSpc>
            </a:pPr>
            <a:r>
              <a:rPr lang="ko-KR" altLang="en-US" sz="1800" b="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정가</a:t>
            </a:r>
            <a:r>
              <a:rPr lang="en-US" altLang="ko-KR" sz="1800" b="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: 30,000</a:t>
            </a:r>
            <a:r>
              <a:rPr lang="ko-KR" altLang="en-US" sz="1800" b="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원</a:t>
            </a:r>
            <a:endParaRPr lang="en-US" altLang="ko-KR" sz="1800" b="0" dirty="0" smtClean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fontAlgn="base">
              <a:lnSpc>
                <a:spcPct val="100000"/>
              </a:lnSpc>
            </a:pPr>
            <a:endParaRPr lang="ko-KR" altLang="en-US" sz="1800" b="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43275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5D5546D3-0756-4021-A487-201EBA340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ctr">
            <a:normAutofit/>
          </a:bodyPr>
          <a:lstStyle/>
          <a:p>
            <a:r>
              <a:rPr lang="ko-KR" altLang="en-US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학습 </a:t>
            </a:r>
            <a:r>
              <a:rPr lang="ko-KR" altLang="en-US" dirty="0" err="1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로드맵</a:t>
            </a:r>
            <a:endParaRPr lang="en-US" altLang="ko-KR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672" y="918170"/>
            <a:ext cx="6264696" cy="5782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830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5D5546D3-0756-4021-A487-201EBA340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ctr">
            <a:normAutofit/>
          </a:bodyPr>
          <a:lstStyle/>
          <a:p>
            <a:r>
              <a:rPr lang="ko-KR" altLang="en-US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성적 </a:t>
            </a:r>
            <a:endParaRPr lang="en-US" altLang="ko-KR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xmlns="" id="{1307FE7C-BE07-489D-A94A-C8EE73F1BCE5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Autofit/>
          </a:bodyPr>
          <a:lstStyle/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lvl="1" fontAlgn="base"/>
            <a:endParaRPr lang="en-US" altLang="ko-KR" dirty="0" smtClean="0"/>
          </a:p>
          <a:p>
            <a:pPr lvl="1" fontAlgn="base"/>
            <a:endParaRPr lang="en-US" altLang="ko-KR" dirty="0" smtClean="0"/>
          </a:p>
        </p:txBody>
      </p:sp>
      <p:sp>
        <p:nvSpPr>
          <p:cNvPr id="11" name="내용 개체 틀 3">
            <a:extLst>
              <a:ext uri="{FF2B5EF4-FFF2-40B4-BE49-F238E27FC236}">
                <a16:creationId xmlns:a16="http://schemas.microsoft.com/office/drawing/2014/main" xmlns="" id="{1307FE7C-BE07-489D-A94A-C8EE73F1BCE5}"/>
              </a:ext>
            </a:extLst>
          </p:cNvPr>
          <p:cNvSpPr txBox="1">
            <a:spLocks/>
          </p:cNvSpPr>
          <p:nvPr/>
        </p:nvSpPr>
        <p:spPr>
          <a:xfrm>
            <a:off x="631013" y="1340768"/>
            <a:ext cx="4033410" cy="29331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685800" rtl="0" eaLnBrk="1" latinLnBrk="1" hangingPunct="1">
              <a:lnSpc>
                <a:spcPct val="150000"/>
              </a:lnSpc>
              <a:spcBef>
                <a:spcPts val="0"/>
              </a:spcBef>
              <a:buClr>
                <a:srgbClr val="009BA8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defTabSz="685800" rtl="0" eaLnBrk="1" latinLnBrk="1" hangingPunct="1">
              <a:lnSpc>
                <a:spcPct val="90000"/>
              </a:lnSpc>
              <a:spcBef>
                <a:spcPts val="375"/>
              </a:spcBef>
              <a:spcAft>
                <a:spcPts val="400"/>
              </a:spcAft>
              <a:buClr>
                <a:srgbClr val="00B2C0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defTabSz="685800" rtl="0" eaLnBrk="1" latinLnBrk="1" hangingPunct="1">
              <a:lnSpc>
                <a:spcPct val="90000"/>
              </a:lnSpc>
              <a:spcBef>
                <a:spcPts val="375"/>
              </a:spcBef>
              <a:spcAft>
                <a:spcPts val="300"/>
              </a:spcAft>
              <a:buClr>
                <a:srgbClr val="00C1D0"/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defTabSz="685800" rtl="0" eaLnBrk="1" latinLnBrk="1" hangingPunct="1">
              <a:lnSpc>
                <a:spcPct val="90000"/>
              </a:lnSpc>
              <a:spcBef>
                <a:spcPts val="375"/>
              </a:spcBef>
              <a:spcAft>
                <a:spcPts val="300"/>
              </a:spcAft>
              <a:buClr>
                <a:srgbClr val="00C1D0"/>
              </a:buClr>
              <a:buSzPct val="96000"/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defTabSz="685800" rtl="0" eaLnBrk="1" latinLnBrk="1" hangingPunct="1">
              <a:lnSpc>
                <a:spcPct val="90000"/>
              </a:lnSpc>
              <a:spcBef>
                <a:spcPts val="375"/>
              </a:spcBef>
              <a:buClr>
                <a:srgbClr val="00C1D0"/>
              </a:buClr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lnSpc>
                <a:spcPct val="200000"/>
              </a:lnSpc>
            </a:pPr>
            <a:r>
              <a:rPr lang="ko-KR" altLang="en-US" sz="2000" b="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중간고사 </a:t>
            </a:r>
            <a:r>
              <a:rPr lang="en-US" altLang="ko-KR" sz="2000" b="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(30)</a:t>
            </a:r>
            <a:r>
              <a:rPr lang="ko-KR" altLang="en-US" sz="2000" b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endParaRPr lang="en-US" altLang="ko-KR" sz="2000" b="0" dirty="0" smtClean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fontAlgn="base">
              <a:lnSpc>
                <a:spcPct val="200000"/>
              </a:lnSpc>
            </a:pPr>
            <a:r>
              <a:rPr lang="ko-KR" altLang="en-US" sz="2000" b="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기말고사 </a:t>
            </a:r>
            <a:r>
              <a:rPr lang="en-US" altLang="ko-KR" sz="2000" b="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(30)</a:t>
            </a:r>
          </a:p>
          <a:p>
            <a:pPr fontAlgn="base">
              <a:lnSpc>
                <a:spcPct val="200000"/>
              </a:lnSpc>
            </a:pPr>
            <a:r>
              <a:rPr lang="ko-KR" altLang="en-US" sz="2000" b="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출석 </a:t>
            </a:r>
            <a:r>
              <a:rPr lang="en-US" altLang="ko-KR" sz="2000" b="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(10)</a:t>
            </a:r>
          </a:p>
          <a:p>
            <a:pPr fontAlgn="base">
              <a:lnSpc>
                <a:spcPct val="200000"/>
              </a:lnSpc>
            </a:pPr>
            <a:r>
              <a:rPr lang="ko-KR" altLang="en-US" sz="2000" b="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과제 </a:t>
            </a:r>
            <a:r>
              <a:rPr lang="en-US" altLang="ko-KR" sz="2000" b="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(30)</a:t>
            </a:r>
            <a:endParaRPr lang="ko-KR" altLang="en-US" sz="2000" b="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98349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823</TotalTime>
  <Words>43</Words>
  <Application>Microsoft Office PowerPoint</Application>
  <PresentationFormat>화면 슬라이드 쇼(4:3)</PresentationFormat>
  <Paragraphs>23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2" baseType="lpstr">
      <vt:lpstr>HY견고딕</vt:lpstr>
      <vt:lpstr>맑은 고딕</vt:lpstr>
      <vt:lpstr>함초롬바탕</vt:lpstr>
      <vt:lpstr>Arial</vt:lpstr>
      <vt:lpstr>Tahoma</vt:lpstr>
      <vt:lpstr>Times New Roman</vt:lpstr>
      <vt:lpstr>Wingdings</vt:lpstr>
      <vt:lpstr>Office 테마</vt:lpstr>
      <vt:lpstr>교수 </vt:lpstr>
      <vt:lpstr>책 소개</vt:lpstr>
      <vt:lpstr>학습 로드맵</vt:lpstr>
      <vt:lpstr>성적 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ㅇㅅㅇ</dc:creator>
  <cp:lastModifiedBy>Microsoft 계정</cp:lastModifiedBy>
  <cp:revision>87</cp:revision>
  <dcterms:created xsi:type="dcterms:W3CDTF">2020-06-18T03:20:34Z</dcterms:created>
  <dcterms:modified xsi:type="dcterms:W3CDTF">2023-03-02T00:08:06Z</dcterms:modified>
</cp:coreProperties>
</file>