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00A42-AA94-8957-32E0-A409BCF94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D0CC6F-A5D2-24A5-A33E-CBF7B188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20176-C39E-77A4-DA2C-D7714628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D4916-49CE-D40A-411E-68590BAB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ACC78-FB52-F5F3-C9D7-B9E1FA1D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23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0E07A-F114-6F12-F8E4-56588859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1E95D-B005-010E-0F11-C08DFD77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6FF54-730F-F031-B636-8FFCF809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31D27-61AC-CFBA-D941-2BAC3207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8B4184-CD0D-41AC-C216-CC43E906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46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5A68B-CB2C-2F21-FF3C-F136075FA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79E68E-5BB2-62A7-A389-A0546A54B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DF0762-F332-5461-0E30-8F94FAD6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824AF-B951-C1E9-3519-D73181E2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A7375-A063-72F8-F18B-11B0B917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61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37D3C-1D4A-4C32-9CBA-DFE97C99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BBA6E-A4E7-FFB1-FEBF-E4AA8AF81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56311A-B2E5-198A-5280-2F5A6B4FC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D7C536-D5FA-3015-B86C-6D68084D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BED0-6E15-DE08-A543-5E73DA0E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AF5D35-B3C4-6DBD-64E9-39D3C97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64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541B6-3933-48E0-1B4C-D80175B5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9B13AA-2E9B-FF46-D748-E29984488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73DB58-26E6-899F-CA71-0DFA8ABC4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3A0C11-A0A9-7137-F5DE-5D7FE1537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4341FB-3D98-75A7-CCFF-8FD917535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623F8B-4920-701D-6CF3-F9FF6542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BCF158-FC89-31EE-3087-737446E2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4AD07E-D8B3-61BD-981C-31754C6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47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846DA-CA7B-3F18-099B-327DD4DA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937F9F-622F-E33F-519E-CA4F8252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517ECC-90BE-95E5-6EE4-9B1E8947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99A5B1-D45C-3239-799A-5727212A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09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6828D2-B662-E262-08A9-72B03B6B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B8D26F-5A2F-D275-A82C-4DA9003C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67AE0-DA24-E4BC-5AEB-43EEC6ED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37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8A0F4-DE08-C458-A439-E7742620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17073-424F-4E23-E1DC-282D34027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2A1AD3-2D9A-2ED9-0000-B8011CB20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F0A75E-8768-797B-BBF0-8629DB08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DA54F9-0543-79A9-8A78-6102B758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022E9-E4ED-0AE2-CD6B-B88FF62E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4A9B3-E0B4-9362-0507-6620914BD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55E3AD-36A4-792E-34C0-933179641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1AC81-F2A8-AB0E-1165-EA37D69FE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C2E6B-47F4-EB81-870A-DB543D6F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F8728-FE56-81F2-A9C5-89BEE56A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711ECC-DE22-5714-3699-2F020BFF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84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F9C06-7266-893C-58E6-6E4010F4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F37C0F-60BB-B740-1064-150583BB3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BB19AA-5A5A-3FBC-9C43-FD639C62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51998C-F747-EFC0-4AFC-FF43342B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751BC-4FA6-A8A8-C114-EE880DE4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44A7BD-166D-02B0-75C6-ED694A4CB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CE47CA-7C4C-1AE3-551A-EA5BC4C3E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618D7D-31E2-FB3C-BC53-BC0B81F0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E823F-4CD7-2AD7-DDFF-B367AEAF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ADE7E8-F533-260F-5981-055DEB00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51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B3B157-A9D3-974A-1486-C4B0503B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CF2BDA-4BA3-CA11-FF58-4131025F3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746CC-CD5B-CF89-485B-39872E246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98234-1F77-41B3-8A7F-07F5EE1E25A8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51274-1631-A4EB-2628-E51749747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152A8-365A-6598-0ED2-6A3E6D2EB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4A743-2F2B-41B6-B0D0-60BC85FD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02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A813BB6-DDA0-98DC-5513-6649ADF7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9" y="430422"/>
            <a:ext cx="10254204" cy="599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45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Sora Kwon</dc:creator>
  <cp:lastModifiedBy>Sora Kwon</cp:lastModifiedBy>
  <cp:revision>1</cp:revision>
  <dcterms:created xsi:type="dcterms:W3CDTF">2024-10-17T03:37:31Z</dcterms:created>
  <dcterms:modified xsi:type="dcterms:W3CDTF">2024-10-17T03:38:05Z</dcterms:modified>
</cp:coreProperties>
</file>