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4" r:id="rId2"/>
    <p:sldId id="265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47E47-1A4B-49C5-8326-618B55AB3474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33B08-53DC-4519-8DB1-4A6CBC3567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3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23888" y="652463"/>
            <a:ext cx="5915025" cy="44354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49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1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전송하면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하나의 메시지로 인식하고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한 번의 읽기 동작으로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수신할 수 있도록 해줌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헤더의 메시지 길이 필드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전송 요청한 메시지 길이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: 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한 번에 전송할 수 있는 메시지 크기가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바이트로 표현할 수 있는 크기로 제한이 생김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신뢰성있는 채널이 아니라 손실되거나 변형될 가능성은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실무에서는 응용계층에서 메시지 유효성 검사를 수행하거나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(CRC,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CheckSum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순서 번호를 직접 메겨서 순서를 확인하는 경우가 있음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90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123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64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7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99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70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1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38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65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93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26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2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5AFFD-1801-4760-9513-0B0CF3E9D7F0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21F14-4F66-4416-9678-CCF5A785D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53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03" y="1500075"/>
            <a:ext cx="8604701" cy="478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6532462" y="6282107"/>
            <a:ext cx="2462451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037753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defRPr>
            </a:lvl1pPr>
            <a:lvl2pPr marL="518876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7753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56629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75505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94381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32134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51010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E1AC92-EAE1-4E34-95A8-13C242A101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AA8E1A80-C856-65CD-5663-3D581E43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41" y="297194"/>
            <a:ext cx="8157229" cy="752688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Fragmentation </a:t>
            </a: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372511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슬라이드 번호 개체 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212725"/>
            <a:ext cx="7888288" cy="852488"/>
          </a:xfrm>
        </p:spPr>
        <p:txBody>
          <a:bodyPr>
            <a:normAutofit/>
          </a:bodyPr>
          <a:lstStyle/>
          <a:p>
            <a:pPr marL="273050"/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MSS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(Maximum Segment Size)</a:t>
            </a:r>
            <a:endParaRPr lang="ko-KR" altLang="en-US" sz="2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0" y="2787518"/>
            <a:ext cx="7798675" cy="247307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7050" y="1293458"/>
            <a:ext cx="8212954" cy="103741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상에서 전송할 수 있는 사용자 데이터의 최대 크기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MSS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= MTU - IP Header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 (최소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Byte) - TCP Header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 (최소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Byte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216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521478"/>
            <a:ext cx="7886700" cy="617696"/>
          </a:xfrm>
        </p:spPr>
        <p:txBody>
          <a:bodyPr>
            <a:normAutofit/>
          </a:bodyPr>
          <a:lstStyle/>
          <a:p>
            <a:r>
              <a:rPr lang="en-US" altLang="ko-K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ko-KR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34493"/>
            <a:ext cx="7886700" cy="10972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Message-Oriented Transport Protocol 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단편화하지 않음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 전송이 완료되지 전까지는 다른 데이터 흐름에 영향을 받지 않음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628650" y="3333465"/>
            <a:ext cx="7886700" cy="617696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ko-KR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745236" y="4039838"/>
            <a:ext cx="7886700" cy="10972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Stream-Oriented Transport Protocol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단편화를 통해 다수의 데이터들과 네트워크 자원을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01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776928" y="3010853"/>
          <a:ext cx="3178267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92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183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795706" y="2127695"/>
          <a:ext cx="2151125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1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2096106" y="4005263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455258" y="3998405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6786564" y="3984689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424625" y="5020247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/>
          </p:nvPr>
        </p:nvGraphicFramePr>
        <p:xfrm>
          <a:off x="3387281" y="501338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6219635" y="501338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93622" y="694844"/>
            <a:ext cx="5413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UDP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</a:p>
        </p:txBody>
      </p:sp>
      <p:sp>
        <p:nvSpPr>
          <p:cNvPr id="3" name="오른쪽 화살표 2"/>
          <p:cNvSpPr/>
          <p:nvPr/>
        </p:nvSpPr>
        <p:spPr>
          <a:xfrm rot="5400000">
            <a:off x="7837408" y="266962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7837407" y="3612597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7837406" y="4627604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직사각형 3"/>
          <p:cNvSpPr/>
          <p:nvPr/>
        </p:nvSpPr>
        <p:spPr>
          <a:xfrm>
            <a:off x="493622" y="1321762"/>
            <a:ext cx="3666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Message-oriented transport protocol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0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682700" y="2835734"/>
          <a:ext cx="317826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819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860199" y="1835035"/>
          <a:ext cx="2014693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6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2070750" y="389687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420618" y="3903732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6738205" y="389687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0795" y="719196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6" y="1388611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5000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289663" y="5031873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245461" y="5038731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80685" y="5025015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112974" y="366445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3268" y="3657313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3555" y="366445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오른쪽 화살표 15"/>
          <p:cNvSpPr/>
          <p:nvPr/>
        </p:nvSpPr>
        <p:spPr>
          <a:xfrm rot="5400000">
            <a:off x="7837408" y="2431442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7821557" y="3427644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7837408" y="4569370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4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44940" y="1766533"/>
          <a:ext cx="2627341" cy="467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3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67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5007697" y="2806238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90795" y="617080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7071955" y="2799380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257241" y="4031211"/>
          <a:ext cx="2028440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1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612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/>
          </p:nvPr>
        </p:nvGraphicFramePr>
        <p:xfrm>
          <a:off x="2586937" y="4017626"/>
          <a:ext cx="1946145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61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95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/>
          </p:nvPr>
        </p:nvGraphicFramePr>
        <p:xfrm>
          <a:off x="4766926" y="4017626"/>
          <a:ext cx="2028440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1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612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/>
          </p:nvPr>
        </p:nvGraphicFramePr>
        <p:xfrm>
          <a:off x="7071956" y="4004325"/>
          <a:ext cx="1946145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61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95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0" y="5142644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2330006" y="5156645"/>
          <a:ext cx="215521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6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199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801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/>
          </p:nvPr>
        </p:nvGraphicFramePr>
        <p:xfrm>
          <a:off x="6877649" y="5145746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/>
          </p:nvPr>
        </p:nvGraphicFramePr>
        <p:xfrm>
          <a:off x="4560516" y="5152454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53216" y="257304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97939" y="255763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997" y="3815004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5717" y="3805394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910" y="3807860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8337" y="379316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90" y="380884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9480" y="380884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0790" y="381500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2100" y="3800310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276" y="1137270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15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2000 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sp>
        <p:nvSpPr>
          <p:cNvPr id="35" name="오른쪽 화살표 34"/>
          <p:cNvSpPr/>
          <p:nvPr/>
        </p:nvSpPr>
        <p:spPr>
          <a:xfrm rot="5400000">
            <a:off x="8390699" y="242771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오른쪽 화살표 35"/>
          <p:cNvSpPr/>
          <p:nvPr/>
        </p:nvSpPr>
        <p:spPr>
          <a:xfrm rot="5400000">
            <a:off x="8390698" y="353242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0" name="오른쪽 화살표 39"/>
          <p:cNvSpPr/>
          <p:nvPr/>
        </p:nvSpPr>
        <p:spPr>
          <a:xfrm rot="5400000">
            <a:off x="8390698" y="4749369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20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595133"/>
              </p:ext>
            </p:extLst>
          </p:nvPr>
        </p:nvGraphicFramePr>
        <p:xfrm>
          <a:off x="2604844" y="2922083"/>
          <a:ext cx="2011627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17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332800"/>
              </p:ext>
            </p:extLst>
          </p:nvPr>
        </p:nvGraphicFramePr>
        <p:xfrm>
          <a:off x="6165654" y="1756784"/>
          <a:ext cx="2627341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3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847561"/>
              </p:ext>
            </p:extLst>
          </p:nvPr>
        </p:nvGraphicFramePr>
        <p:xfrm>
          <a:off x="4792546" y="2922083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4390" y="676223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02779"/>
              </p:ext>
            </p:extLst>
          </p:nvPr>
        </p:nvGraphicFramePr>
        <p:xfrm>
          <a:off x="6856804" y="2915225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994979"/>
              </p:ext>
            </p:extLst>
          </p:nvPr>
        </p:nvGraphicFramePr>
        <p:xfrm>
          <a:off x="1685155" y="4007102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751286"/>
              </p:ext>
            </p:extLst>
          </p:nvPr>
        </p:nvGraphicFramePr>
        <p:xfrm>
          <a:off x="4250808" y="4007102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89083"/>
              </p:ext>
            </p:extLst>
          </p:nvPr>
        </p:nvGraphicFramePr>
        <p:xfrm>
          <a:off x="6653299" y="3992033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12610"/>
              </p:ext>
            </p:extLst>
          </p:nvPr>
        </p:nvGraphicFramePr>
        <p:xfrm>
          <a:off x="6079098" y="5094637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619977"/>
              </p:ext>
            </p:extLst>
          </p:nvPr>
        </p:nvGraphicFramePr>
        <p:xfrm>
          <a:off x="3267318" y="512206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271343"/>
              </p:ext>
            </p:extLst>
          </p:nvPr>
        </p:nvGraphicFramePr>
        <p:xfrm>
          <a:off x="414390" y="5135785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588280" y="269473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7655" y="269473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73537" y="2678285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76391" y="3757048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ID=232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18152" y="3757048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49570" y="3777622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ID=233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91331" y="3777622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0241" y="3776269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97054" y="3776269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ID=234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오른쪽 화살표 32"/>
          <p:cNvSpPr/>
          <p:nvPr/>
        </p:nvSpPr>
        <p:spPr>
          <a:xfrm rot="5400000">
            <a:off x="8275817" y="2400279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4" name="오른쪽 화살표 33"/>
          <p:cNvSpPr/>
          <p:nvPr/>
        </p:nvSpPr>
        <p:spPr>
          <a:xfrm rot="5400000">
            <a:off x="8275817" y="3577825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오른쪽 화살표 34"/>
          <p:cNvSpPr/>
          <p:nvPr/>
        </p:nvSpPr>
        <p:spPr>
          <a:xfrm rot="5400000">
            <a:off x="8291540" y="4617855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TextBox 35"/>
          <p:cNvSpPr txBox="1"/>
          <p:nvPr/>
        </p:nvSpPr>
        <p:spPr>
          <a:xfrm>
            <a:off x="487871" y="1195353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15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1400 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13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532</Words>
  <Application>Microsoft Office PowerPoint</Application>
  <PresentationFormat>화면 슬라이드 쇼(4:3)</PresentationFormat>
  <Paragraphs>255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함초롬바탕</vt:lpstr>
      <vt:lpstr>Arial</vt:lpstr>
      <vt:lpstr>Calibri</vt:lpstr>
      <vt:lpstr>Calibri Light</vt:lpstr>
      <vt:lpstr>Times New Roman</vt:lpstr>
      <vt:lpstr>Office 테마</vt:lpstr>
      <vt:lpstr>Fragmentation 예제</vt:lpstr>
      <vt:lpstr>* MSS(Maximum Segment Size)</vt:lpstr>
      <vt:lpstr>UDP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Fragmentation 예제</dc:title>
  <dc:creator>Microsoft 계정</dc:creator>
  <cp:lastModifiedBy>Microsoft 계정</cp:lastModifiedBy>
  <cp:revision>2</cp:revision>
  <dcterms:created xsi:type="dcterms:W3CDTF">2023-11-27T23:08:21Z</dcterms:created>
  <dcterms:modified xsi:type="dcterms:W3CDTF">2023-11-27T23:09:43Z</dcterms:modified>
</cp:coreProperties>
</file>