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</p:sldIdLst>
  <p:sldSz cx="12192000" cy="6858000"/>
  <p:notesSz cx="6858000" cy="9144000"/>
  <p:embeddedFontLst>
    <p:embeddedFont>
      <p:font typeface="맑은 고딕" panose="020B0503020000020004" pitchFamily="50" charset="-127"/>
      <p:regular r:id="rId3"/>
      <p:bold r:id="rId4"/>
    </p:embeddedFont>
    <p:embeddedFont>
      <p:font typeface="나눔고딕 ExtraBold" panose="020D0904000000000000" pitchFamily="50" charset="-127"/>
      <p:bold r:id="rId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C7B"/>
    <a:srgbClr val="5C6AB1"/>
    <a:srgbClr val="55555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77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92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4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34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22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21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11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79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64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75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70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91035-3CD0-4336-B145-D7654EF6BF9C}" type="datetimeFigureOut">
              <a:rPr lang="ko-KR" altLang="en-US" smtClean="0"/>
              <a:t>2023-05-31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3B675-C158-4842-BAC9-45092A00D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68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aver.me/GTScbQbT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hyperlink" Target="https://naver.me/GA6XYa2p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197225" y="1007916"/>
            <a:ext cx="3308350" cy="346364"/>
          </a:xfrm>
          <a:prstGeom prst="rect">
            <a:avLst/>
          </a:prstGeom>
          <a:solidFill>
            <a:srgbClr val="5C6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과정</a:t>
            </a:r>
            <a:r>
              <a:rPr lang="en-US" altLang="ko-KR" sz="1600" b="1" dirty="0" smtClean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1. Azure </a:t>
            </a:r>
            <a:r>
              <a:rPr lang="ko-KR" altLang="en-US" sz="1600" b="1" dirty="0" err="1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클라우드</a:t>
            </a:r>
            <a:r>
              <a:rPr lang="ko-KR" altLang="en-US" sz="1600" b="1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기본과 보안</a:t>
            </a:r>
            <a:endParaRPr lang="ko-KR" altLang="en-US" sz="1600" b="1" spc="-150" dirty="0">
              <a:solidFill>
                <a:srgbClr val="FFFF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43935" y="1197768"/>
            <a:ext cx="1643271" cy="10893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꼭 필요한 </a:t>
            </a: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신규과정을</a:t>
            </a:r>
            <a: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/>
            </a:r>
            <a:b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제공하기 </a:t>
            </a: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위해</a:t>
            </a:r>
            <a: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/>
            </a:r>
            <a:b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여러분의</a:t>
            </a:r>
            <a: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/>
            </a:r>
            <a:br>
              <a:rPr lang="en-US" altLang="ko-K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의견 부탁 드립니다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사다리꼴 5"/>
          <p:cNvSpPr/>
          <p:nvPr/>
        </p:nvSpPr>
        <p:spPr>
          <a:xfrm rot="5785990">
            <a:off x="1404257" y="488043"/>
            <a:ext cx="256420" cy="745066"/>
          </a:xfrm>
          <a:prstGeom prst="trapezoid">
            <a:avLst>
              <a:gd name="adj" fmla="val 16311"/>
            </a:avLst>
          </a:prstGeom>
          <a:solidFill>
            <a:srgbClr val="5C6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55998" y="1998132"/>
            <a:ext cx="2749128" cy="1566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8300410" y="1007916"/>
            <a:ext cx="3408990" cy="346364"/>
          </a:xfrm>
          <a:prstGeom prst="rect">
            <a:avLst/>
          </a:prstGeom>
          <a:solidFill>
            <a:srgbClr val="212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과정</a:t>
            </a:r>
            <a:r>
              <a:rPr lang="en-US" altLang="ko-KR" sz="1600" b="1" dirty="0" smtClean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2. </a:t>
            </a:r>
            <a:r>
              <a:rPr lang="en-US" altLang="ko-KR" sz="1600" b="1" spc="-150" dirty="0" smtClean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1Day </a:t>
            </a:r>
            <a:r>
              <a:rPr lang="ko-KR" altLang="en-US" sz="1600" b="1" spc="-150" dirty="0">
                <a:solidFill>
                  <a:srgbClr val="FFFF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제로 트러스트 아키텍처 이해</a:t>
            </a:r>
            <a:endParaRPr lang="ko-KR" altLang="en-US" sz="1600" b="1" spc="-150" dirty="0">
              <a:solidFill>
                <a:srgbClr val="FFFF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300410" y="1854267"/>
            <a:ext cx="3408990" cy="1710200"/>
          </a:xfrm>
          <a:prstGeom prst="rect">
            <a:avLst/>
          </a:prstGeom>
          <a:solidFill>
            <a:srgbClr val="5C6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8355806" y="1578769"/>
            <a:ext cx="723899" cy="228599"/>
          </a:xfrm>
          <a:prstGeom prst="roundRect">
            <a:avLst>
              <a:gd name="adj" fmla="val 42709"/>
            </a:avLst>
          </a:prstGeom>
          <a:solidFill>
            <a:srgbClr val="212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QR</a:t>
            </a:r>
            <a:r>
              <a:rPr lang="ko-KR" altLang="en-US" sz="12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코드</a:t>
            </a:r>
            <a:endParaRPr lang="ko-KR" altLang="en-US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8355806" y="3860055"/>
            <a:ext cx="723899" cy="228599"/>
          </a:xfrm>
          <a:prstGeom prst="roundRect">
            <a:avLst>
              <a:gd name="adj" fmla="val 42709"/>
            </a:avLst>
          </a:prstGeom>
          <a:solidFill>
            <a:srgbClr val="212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URL</a:t>
            </a:r>
            <a:endParaRPr lang="ko-KR" altLang="en-US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35796" y="3835855"/>
            <a:ext cx="212550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hlinkClick r:id="rId3"/>
              </a:rPr>
              <a:t>https://naver.me/GTScbQbT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380" y="2412045"/>
            <a:ext cx="639120" cy="1406064"/>
          </a:xfrm>
          <a:prstGeom prst="rect">
            <a:avLst/>
          </a:prstGeom>
        </p:spPr>
      </p:pic>
      <p:sp>
        <p:nvSpPr>
          <p:cNvPr id="26" name="모서리가 둥근 직사각형 25"/>
          <p:cNvSpPr/>
          <p:nvPr/>
        </p:nvSpPr>
        <p:spPr>
          <a:xfrm>
            <a:off x="3336980" y="3860055"/>
            <a:ext cx="723899" cy="228599"/>
          </a:xfrm>
          <a:prstGeom prst="roundRect">
            <a:avLst>
              <a:gd name="adj" fmla="val 42709"/>
            </a:avLst>
          </a:prstGeom>
          <a:solidFill>
            <a:srgbClr val="212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URL</a:t>
            </a:r>
            <a:endParaRPr lang="ko-KR" altLang="en-US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88955" y="3835855"/>
            <a:ext cx="212550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hlinkClick r:id="rId5"/>
              </a:rPr>
              <a:t>https://naver.me/GA6XYa2p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589404" y="1471170"/>
            <a:ext cx="2544696" cy="5425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19376" y="5998417"/>
            <a:ext cx="93853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※ </a:t>
            </a:r>
            <a:r>
              <a:rPr lang="ko-KR" altLang="en-US" sz="2000" b="1" dirty="0" err="1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과정명을</a:t>
            </a:r>
            <a:r>
              <a:rPr lang="ko-KR" altLang="en-US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보시고 </a:t>
            </a:r>
            <a:r>
              <a:rPr lang="ko-KR" altLang="en-US" sz="2000" b="1" u="sng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관심 있으신 </a:t>
            </a:r>
            <a:r>
              <a:rPr lang="en-US" altLang="ko-KR" sz="2000" b="1" u="sng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r>
              <a:rPr lang="ko-KR" altLang="en-US" sz="2000" b="1" u="sng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개의 과정에 대해서만</a:t>
            </a:r>
            <a:r>
              <a:rPr lang="ko-KR" altLang="en-US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응답해 주시면 됩니다</a:t>
            </a:r>
            <a:r>
              <a:rPr lang="en-US" altLang="ko-KR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(</a:t>
            </a:r>
            <a:r>
              <a:rPr lang="ko-KR" altLang="en-US" sz="2000" b="1" dirty="0" err="1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택</a:t>
            </a:r>
            <a:r>
              <a:rPr lang="en-US" altLang="ko-KR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1)</a:t>
            </a:r>
            <a:br>
              <a:rPr lang="en-US" altLang="ko-KR" sz="20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14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물론</a:t>
            </a:r>
            <a:r>
              <a:rPr lang="en-US" altLang="ko-KR" sz="14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4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둘 다 해주셔도 좋습니다</a:t>
            </a:r>
            <a:r>
              <a:rPr lang="en-US" altLang="ko-KR" sz="14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 </a:t>
            </a:r>
            <a:r>
              <a:rPr lang="en-US" altLang="ko-KR" sz="1400" b="1" dirty="0" smtClean="0">
                <a:solidFill>
                  <a:srgbClr val="C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Wingdings" panose="05000000000000000000" pitchFamily="2" charset="2"/>
              </a:rPr>
              <a:t></a:t>
            </a:r>
            <a:endParaRPr lang="en-US" altLang="ko-KR" sz="1400" b="1" dirty="0" smtClean="0">
              <a:solidFill>
                <a:srgbClr val="C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3336980" y="1578769"/>
            <a:ext cx="723899" cy="228599"/>
          </a:xfrm>
          <a:prstGeom prst="roundRect">
            <a:avLst>
              <a:gd name="adj" fmla="val 42709"/>
            </a:avLst>
          </a:prstGeom>
          <a:solidFill>
            <a:srgbClr val="212C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QR</a:t>
            </a:r>
            <a:r>
              <a:rPr lang="ko-KR" altLang="en-US" sz="1200" b="1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코드</a:t>
            </a:r>
            <a:endParaRPr lang="ko-KR" altLang="en-US" sz="12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98550" y="1651926"/>
            <a:ext cx="1800000" cy="1800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51709" y="1651926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6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47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Wingdings</vt:lpstr>
      <vt:lpstr>Arial</vt:lpstr>
      <vt:lpstr>맑은 고딕</vt:lpstr>
      <vt:lpstr>나눔고딕 ExtraBold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성의예</dc:creator>
  <cp:lastModifiedBy>이소영</cp:lastModifiedBy>
  <cp:revision>21</cp:revision>
  <dcterms:created xsi:type="dcterms:W3CDTF">2023-05-25T00:46:02Z</dcterms:created>
  <dcterms:modified xsi:type="dcterms:W3CDTF">2023-05-31T00:57:20Z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